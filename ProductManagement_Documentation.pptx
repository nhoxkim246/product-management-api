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Product Management Module – Technical Documentation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Architecture • Database • APIs • Environment • Limitations • Improvements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Overview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 a scalable and strongly consistent Product Management API.</a:t>
            </a:r>
          </a:p>
          <a:p>
            <a:pPr lvl="1"/>
            <a:r>
              <a:t>Apply clean layered architecture for maintainability.</a:t>
            </a:r>
          </a:p>
          <a:p>
            <a:pPr lvl="1"/>
            <a:r>
              <a:t>Ensure data integrity with PostgreSQL and EF Core.</a:t>
            </a:r>
          </a:p>
          <a:p>
            <a:pPr lvl="1"/>
            <a:r>
              <a:t>Improve performance through caching (IMemoryCache).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.NET 8 Web API</a:t>
            </a:r>
          </a:p>
          <a:p>
            <a:pPr lvl="1"/>
            <a:r>
              <a:t>Entity Framework Core 8 (Npgsql provider)</a:t>
            </a:r>
          </a:p>
          <a:p>
            <a:pPr lvl="1"/>
            <a:r>
              <a:t>FluentValidation for input handling</a:t>
            </a:r>
          </a:p>
          <a:p>
            <a:pPr lvl="1"/>
            <a:r>
              <a:t>AutoMapper for model-to-DTO mapping</a:t>
            </a:r>
          </a:p>
          <a:p>
            <a:pPr lvl="1"/>
            <a:r>
              <a:t>Swagger for API documentation</a:t>
            </a:r>
          </a:p>
          <a:p>
            <a:pPr lvl="1"/>
            <a:r>
              <a:t>IMemoryCache for performance optimization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Database Design (PostgreSQL)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Entities: Products, ProductVariants (SKU), Inventory, Categories, Brands</a:t>
            </a:r>
          </a:p>
          <a:p>
            <a:pPr lvl="1"/>
            <a:r>
              <a:t>Strong consistency using row_version (bytea) – optimistic concurrency</a:t>
            </a:r>
          </a:p>
          <a:p>
            <a:pPr lvl="1"/>
            <a:r>
              <a:t>Relations: Product → Variants (1–N), Variant → Inventory (1–1)</a:t>
            </a:r>
          </a:p>
          <a:p>
            <a:pPr lvl="1"/>
            <a:r>
              <a:t>Indexed slugs, unique SKU constraints, price/quantity checks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API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Domain: Entity definitions only</a:t>
            </a:r>
          </a:p>
          <a:p>
            <a:pPr lvl="1"/>
            <a:r>
              <a:t>Application: DTOs, mapping, validation, interfaces</a:t>
            </a:r>
          </a:p>
          <a:p>
            <a:pPr lvl="1"/>
            <a:r>
              <a:t>Infrastructure: EF Core DbContext, repository, business logic</a:t>
            </a:r>
          </a:p>
          <a:p>
            <a:pPr lvl="1"/>
            <a:r>
              <a:t>API: Controllers, routing, DI configuration, Swagger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API Endpoints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GET /api/products – list with paging &amp; filtering</a:t>
            </a:r>
          </a:p>
          <a:p>
            <a:pPr lvl="1"/>
            <a:r>
              <a:t>GET /api/products/{id} – product detail</a:t>
            </a:r>
          </a:p>
          <a:p>
            <a:pPr lvl="1"/>
            <a:r>
              <a:t>POST /api/products – create product</a:t>
            </a:r>
          </a:p>
          <a:p>
            <a:pPr lvl="1"/>
            <a:r>
              <a:t>PUT /api/products/{id} – update product</a:t>
            </a:r>
          </a:p>
          <a:p>
            <a:pPr lvl="1"/>
            <a:r>
              <a:t>DELETE /api/products/{id} – delete product</a:t>
            </a:r>
          </a:p>
          <a:p>
            <a:pPr lvl="1"/>
            <a:r>
              <a:t>POST /api/products/variants/{id}/adjust-inventory – update stock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Environment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ConnectionStrings__Default – PostgreSQL connection string</a:t>
            </a:r>
          </a:p>
          <a:p>
            <a:pPr lvl="1"/>
            <a:r>
              <a:t>ASPNETCORE_ENVIRONMENT (Development/Production)</a:t>
            </a:r>
          </a:p>
          <a:p>
            <a:pPr lvl="1"/>
            <a:r>
              <a:t>ASPNETCORE_URLS – override host/port</a:t>
            </a:r>
          </a:p>
          <a:p>
            <a:pPr lvl="1"/>
            <a:r>
              <a:t>Postman env: baseUrl, rowVersions for concurrency testing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authentication/authorization implemented</a:t>
            </a:r>
          </a:p>
          <a:p>
            <a:pPr lvl="1"/>
            <a:r>
              <a:t>No image/file upload pipeline</a:t>
            </a:r>
          </a:p>
          <a:p>
            <a:pPr lvl="1"/>
            <a:r>
              <a:t>Simple keyword search (no full-text indexing)</a:t>
            </a:r>
          </a:p>
          <a:p>
            <a:pPr lvl="1"/>
            <a:r>
              <a:t>Single-warehouse inventory model</a:t>
            </a:r>
          </a:p>
          <a:p>
            <a:pPr lvl="1"/>
            <a:r>
              <a:t>No audit logging or soft deletes</a:t>
            </a:r>
          </a:p>
          <a:p>
            <a:pPr lvl="1"/>
            <a:r>
              <a:t>Caching is in-memory only, not distributed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JWT auth + role-based authorization</a:t>
            </a:r>
          </a:p>
          <a:p>
            <a:pPr lvl="1"/>
            <a:r>
              <a:t>Use Redis distributed caching</a:t>
            </a:r>
          </a:p>
          <a:p>
            <a:pPr lvl="1"/>
            <a:r>
              <a:t>Integrate full-text search or Elasticsearch</a:t>
            </a:r>
          </a:p>
          <a:p>
            <a:pPr lvl="1"/>
            <a:r>
              <a:t>Support multi-warehouse stock tracking</a:t>
            </a:r>
          </a:p>
          <a:p>
            <a:pPr lvl="1"/>
            <a:r>
              <a:t>Add audit logs, history tracking, soft deletes</a:t>
            </a:r>
          </a:p>
          <a:p>
            <a:pPr lvl="1"/>
            <a:r>
              <a:t>Introduce unit tests, integration tests, CI/CD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